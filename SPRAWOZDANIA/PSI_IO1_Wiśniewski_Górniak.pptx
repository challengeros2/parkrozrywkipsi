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7" r:id="rId4"/>
  </p:sldMasterIdLst>
  <p:notesMasterIdLst>
    <p:notesMasterId r:id="rId16"/>
  </p:notesMasterIdLst>
  <p:handoutMasterIdLst>
    <p:handoutMasterId r:id="rId17"/>
  </p:handoutMasterIdLst>
  <p:sldIdLst>
    <p:sldId id="268" r:id="rId5"/>
    <p:sldId id="284" r:id="rId6"/>
    <p:sldId id="271" r:id="rId7"/>
    <p:sldId id="273" r:id="rId8"/>
    <p:sldId id="275" r:id="rId9"/>
    <p:sldId id="277" r:id="rId10"/>
    <p:sldId id="279" r:id="rId11"/>
    <p:sldId id="280" r:id="rId12"/>
    <p:sldId id="281" r:id="rId13"/>
    <p:sldId id="283" r:id="rId14"/>
    <p:sldId id="267" r:id="rId15"/>
  </p:sldIdLst>
  <p:sldSz cx="12192000" cy="6858000"/>
  <p:notesSz cx="6858000" cy="9144000"/>
  <p:defaultTextStyle>
    <a:defPPr rtl="0"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580"/>
  </p:normalViewPr>
  <p:slideViewPr>
    <p:cSldViewPr snapToGrid="0" snapToObjects="1">
      <p:cViewPr varScale="1">
        <p:scale>
          <a:sx n="162" d="100"/>
          <a:sy n="162" d="100"/>
        </p:scale>
        <p:origin x="100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076AD07C-E22D-4655-AC43-50EC5079F0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B158378-0663-4C01-9DE4-BB9F38D385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6D6B8-1B87-474F-94A9-F34F10312610}" type="datetimeFigureOut">
              <a:rPr lang="pl-PL" smtClean="0"/>
              <a:t>27.05.2026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A5B86FD-3256-4F54-8377-51270D31ED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302B1B8-9BCF-4AF6-B83E-03D8C1B3D6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B966E-3F0B-45B9-A974-6DED39FE8B8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587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 noProof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4B3B3-7FCD-4CC6-9A84-DD4CC685C5FD}" type="datetimeFigureOut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 noProof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noProof="0"/>
              <a:t>Edytuj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noProof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4EE49-95F8-4FBD-AE91-C2FD2C127DB1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19161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4EE49-95F8-4FBD-AE91-C2FD2C127DB1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8487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4EE49-95F8-4FBD-AE91-C2FD2C127DB1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557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2589213" y="2514600"/>
            <a:ext cx="8915399" cy="2262781"/>
          </a:xfrm>
        </p:spPr>
        <p:txBody>
          <a:bodyPr rtlCol="0" anchor="b">
            <a:normAutofit/>
          </a:bodyPr>
          <a:lstStyle>
            <a:lvl1pPr>
              <a:defRPr sz="54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rtlCol="0"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7888310-CD3C-4330-9975-44CB747EB802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Dowolny kształt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3275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92925" y="624110"/>
            <a:ext cx="8911687" cy="1280890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2BAB8F-7A35-42DB-9DE0-12899C1ADD33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8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07143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89212" y="2058750"/>
            <a:ext cx="8915399" cy="146880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rtlCol="0"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193397-6997-4B03-9B69-D0333C5D85DD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Dowolny kształt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04439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tuł 7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D48CF6-F633-4F3D-95E8-2B6EEDC18541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10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54565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ytuł 9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B2F9BD-716E-4415-B1A3-1584BB7DCA13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12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85892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218373-FA15-4EFF-8913-D21C7408D158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Numer slajdu — symbol zastępcz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31223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E72887-090E-4A92-B758-1EBA197D8A2D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3" name="Stopka — symbol zastępczy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Numer slajdu — symbol zastępcz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4529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89212" y="446088"/>
            <a:ext cx="3505199" cy="976312"/>
          </a:xfrm>
        </p:spPr>
        <p:txBody>
          <a:bodyPr rtlCol="0" anchor="b"/>
          <a:lstStyle>
            <a:lvl1pPr algn="l">
              <a:defRPr sz="20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rtlCol="0" anchor="ctr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1BC584-F87B-44E6-8C6B-FDC5A539BDC1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76406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89213" y="4800600"/>
            <a:ext cx="8915400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Obraz — symbol zastępczy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2A4B58-E3FE-4D01-8D5D-146364B5D390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Dowolny kształt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45432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89212" y="609600"/>
            <a:ext cx="8915399" cy="3117040"/>
          </a:xfrm>
        </p:spPr>
        <p:txBody>
          <a:bodyPr rtlCol="0" anchor="ctr">
            <a:normAutofit/>
          </a:bodyPr>
          <a:lstStyle>
            <a:lvl1pPr algn="l">
              <a:defRPr sz="4800" b="0" cap="none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77664B-703B-4E33-B639-E302355A5B36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Dowolny kształt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128892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tat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849949" y="609600"/>
            <a:ext cx="8393926" cy="2895600"/>
          </a:xfrm>
        </p:spPr>
        <p:txBody>
          <a:bodyPr rtlCol="0" anchor="ctr">
            <a:normAutofit/>
          </a:bodyPr>
          <a:lstStyle>
            <a:lvl1pPr algn="l">
              <a:defRPr sz="4800" b="0" cap="none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3" name="Tekst — symbol zastępczy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42733D-3D73-4C15-B107-556B9453DEC9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11" name="Dowolny kształt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14" name="Pole tekstowe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pl-PL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Pole tekstowe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pl-PL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5960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89213" y="2438400"/>
            <a:ext cx="8915400" cy="2724845"/>
          </a:xfrm>
        </p:spPr>
        <p:txBody>
          <a:bodyPr rtlCol="0" anchor="b">
            <a:normAutofit/>
          </a:bodyPr>
          <a:lstStyle>
            <a:lvl1pPr algn="l">
              <a:defRPr sz="48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rtl="0">
              <a:buNone/>
            </a:pPr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1E8DA7-0F67-48EB-9C84-A2B0D1892A18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Dowolny kształt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191375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tat — 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"/>
          <p:cNvSpPr>
            <a:spLocks noGrp="1"/>
          </p:cNvSpPr>
          <p:nvPr>
            <p:ph type="title" hasCustomPrompt="1"/>
          </p:nvPr>
        </p:nvSpPr>
        <p:spPr>
          <a:xfrm>
            <a:off x="2849949" y="609600"/>
            <a:ext cx="8393926" cy="2895600"/>
          </a:xfrm>
        </p:spPr>
        <p:txBody>
          <a:bodyPr rtlCol="0" anchor="ctr">
            <a:normAutofit/>
          </a:bodyPr>
          <a:lstStyle>
            <a:lvl1pPr algn="l">
              <a:defRPr sz="4800" b="0" cap="none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1" name="Tekst — symbol zastępczy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rtlCol="0"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rtl="0">
              <a:buNone/>
            </a:pPr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3C2C0C-9120-4525-986D-0364B8055BFC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11" name="Dowolny kształt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17" name="Pole tekstowe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pl-PL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Pole tekstowe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pl-PL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0453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89212" y="627407"/>
            <a:ext cx="8915399" cy="2880020"/>
          </a:xfrm>
        </p:spPr>
        <p:txBody>
          <a:bodyPr rtlCol="0" anchor="ctr">
            <a:normAutofit/>
          </a:bodyPr>
          <a:lstStyle>
            <a:lvl1pPr algn="l">
              <a:defRPr sz="48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1" name="Tekst — symbol zastępczy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rtlCol="0"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rtl="0">
              <a:buNone/>
            </a:pPr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4A1B66-0B85-4127-A87E-5998A9C8A14F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Dowolny kształt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063380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8B982D-F7AA-4DB5-B5D5-5CCF7DE310A4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8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901321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 hasCustomPrompt="1"/>
          </p:nvPr>
        </p:nvSpPr>
        <p:spPr>
          <a:xfrm>
            <a:off x="9294812" y="627405"/>
            <a:ext cx="2207601" cy="5283817"/>
          </a:xfrm>
        </p:spPr>
        <p:txBody>
          <a:bodyPr vert="eaVert" rtlCol="0" anchor="ctr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BCEF34-3969-4232-9E91-04F6D64D5C22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8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1913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a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Dowolny kształt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5" name="Dowolny kształt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6" name="Dowolny kształt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7" name="Dowolny kształt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8" name="Dowolny kształt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9" name="Dowolny kształt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0" name="Dowolny kształt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1" name="Dowolny kształt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2" name="Dowolny kształt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3" name="Dowolny kształt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4" name="Dowolny kształt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5" name="Dowolny kształt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0" name="Grupa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Dowolny kształt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Dowolny kształt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3" name="Dowolny kształt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4" name="Dowolny kształt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5" name="Dowolny kształt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Dowolny kształt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Dowolny kształt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8" name="Dowolny kształt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9" name="Dowolny kształt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0" name="Dowolny kształt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1" name="Dowolny kształt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Dowolny kształt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7" name="Prostokąt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AA01D88-1954-4626-854F-BDDE86639115}" type="datetime1">
              <a:rPr lang="pl-PL" noProof="0" smtClean="0"/>
              <a:t>27.05.2026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0952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1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Prostokąt 17">
            <a:extLst>
              <a:ext uri="{FF2B5EF4-FFF2-40B4-BE49-F238E27FC236}">
                <a16:creationId xmlns:a16="http://schemas.microsoft.com/office/drawing/2014/main" id="{93F2CC0B-D5F1-40B8-9CC6-4A36850B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/>
          </a:p>
        </p:txBody>
      </p:sp>
      <p:pic>
        <p:nvPicPr>
          <p:cNvPr id="5" name="Obraz 4" descr="plamy światła">
            <a:extLst>
              <a:ext uri="{FF2B5EF4-FFF2-40B4-BE49-F238E27FC236}">
                <a16:creationId xmlns:a16="http://schemas.microsoft.com/office/drawing/2014/main" id="{1A23FE0C-9A67-334E-9B7F-83AA9CF636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F266081D-517B-5D43-A7B4-E67DDEDC0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Park rozrywki ,,</a:t>
            </a:r>
            <a:r>
              <a:rPr lang="pl-PL" dirty="0" err="1"/>
              <a:t>Wirgo</a:t>
            </a:r>
            <a:r>
              <a:rPr lang="pl-PL" dirty="0"/>
              <a:t>”</a:t>
            </a:r>
          </a:p>
        </p:txBody>
      </p:sp>
      <p:sp>
        <p:nvSpPr>
          <p:cNvPr id="13" name="Podtytuł 12">
            <a:extLst>
              <a:ext uri="{FF2B5EF4-FFF2-40B4-BE49-F238E27FC236}">
                <a16:creationId xmlns:a16="http://schemas.microsoft.com/office/drawing/2014/main" id="{F05262DB-6398-4AF9-96A3-041CFB112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Autorzy: Wiśniewski Wojciech, Górniak Joanna</a:t>
            </a:r>
          </a:p>
        </p:txBody>
      </p:sp>
      <p:grpSp>
        <p:nvGrpSpPr>
          <p:cNvPr id="20" name="Grupa 19">
            <a:extLst>
              <a:ext uri="{FF2B5EF4-FFF2-40B4-BE49-F238E27FC236}">
                <a16:creationId xmlns:a16="http://schemas.microsoft.com/office/drawing/2014/main" id="{631C6CE6-1810-44ED-A6D7-3FF53040A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1" name="Dowolny kształt 11">
              <a:extLst>
                <a:ext uri="{FF2B5EF4-FFF2-40B4-BE49-F238E27FC236}">
                  <a16:creationId xmlns:a16="http://schemas.microsoft.com/office/drawing/2014/main" id="{1F6D8BFE-D0D0-4BAE-9D5A-701DE7D3C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Dowolny kształt 12">
              <a:extLst>
                <a:ext uri="{FF2B5EF4-FFF2-40B4-BE49-F238E27FC236}">
                  <a16:creationId xmlns:a16="http://schemas.microsoft.com/office/drawing/2014/main" id="{53F86D30-CEDB-4D96-AF73-AA3CD5A43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3" name="Dowolny kształt 13">
              <a:extLst>
                <a:ext uri="{FF2B5EF4-FFF2-40B4-BE49-F238E27FC236}">
                  <a16:creationId xmlns:a16="http://schemas.microsoft.com/office/drawing/2014/main" id="{F5187540-C4C8-410C-A395-69FCB1C86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4" name="Dowolny kształt 14">
              <a:extLst>
                <a:ext uri="{FF2B5EF4-FFF2-40B4-BE49-F238E27FC236}">
                  <a16:creationId xmlns:a16="http://schemas.microsoft.com/office/drawing/2014/main" id="{75BD6E4A-797C-451B-B08F-D99C1A9D1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5" name="Dowolny kształt 15">
              <a:extLst>
                <a:ext uri="{FF2B5EF4-FFF2-40B4-BE49-F238E27FC236}">
                  <a16:creationId xmlns:a16="http://schemas.microsoft.com/office/drawing/2014/main" id="{0D241082-BAFA-462E-827B-5814B020F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6" name="Dowolny kształt 16">
              <a:extLst>
                <a:ext uri="{FF2B5EF4-FFF2-40B4-BE49-F238E27FC236}">
                  <a16:creationId xmlns:a16="http://schemas.microsoft.com/office/drawing/2014/main" id="{2920CCBD-116D-450B-9608-99F05F7D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7" name="Dowolny kształt 17">
              <a:extLst>
                <a:ext uri="{FF2B5EF4-FFF2-40B4-BE49-F238E27FC236}">
                  <a16:creationId xmlns:a16="http://schemas.microsoft.com/office/drawing/2014/main" id="{A57CD3DE-CEAF-4BD4-A5EF-24B3E622B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8" name="Dowolny kształt 18">
              <a:extLst>
                <a:ext uri="{FF2B5EF4-FFF2-40B4-BE49-F238E27FC236}">
                  <a16:creationId xmlns:a16="http://schemas.microsoft.com/office/drawing/2014/main" id="{4EC3258C-366B-4629-A7D3-5173D3637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9" name="Dowolny kształt 19">
              <a:extLst>
                <a:ext uri="{FF2B5EF4-FFF2-40B4-BE49-F238E27FC236}">
                  <a16:creationId xmlns:a16="http://schemas.microsoft.com/office/drawing/2014/main" id="{D444D63A-CE2B-4ACD-BA0E-4ADECAD86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0" name="Dowolny kształt 20">
              <a:extLst>
                <a:ext uri="{FF2B5EF4-FFF2-40B4-BE49-F238E27FC236}">
                  <a16:creationId xmlns:a16="http://schemas.microsoft.com/office/drawing/2014/main" id="{7A504DF6-187A-4A54-96E8-3F3F28AAA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1" name="Dowolny kształt 21">
              <a:extLst>
                <a:ext uri="{FF2B5EF4-FFF2-40B4-BE49-F238E27FC236}">
                  <a16:creationId xmlns:a16="http://schemas.microsoft.com/office/drawing/2014/main" id="{FE04C6F5-6DC5-4C7E-9278-9BE624FC7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2" name="Dowolny kształt 22">
              <a:extLst>
                <a:ext uri="{FF2B5EF4-FFF2-40B4-BE49-F238E27FC236}">
                  <a16:creationId xmlns:a16="http://schemas.microsoft.com/office/drawing/2014/main" id="{94A02D9B-E6A9-4D6A-9D2A-D81C76802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34" name="Grupa 33">
            <a:extLst>
              <a:ext uri="{FF2B5EF4-FFF2-40B4-BE49-F238E27FC236}">
                <a16:creationId xmlns:a16="http://schemas.microsoft.com/office/drawing/2014/main" id="{B78034A6-3565-46AA-9E73-1C954666A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5" name="Dowolny kształt 27">
              <a:extLst>
                <a:ext uri="{FF2B5EF4-FFF2-40B4-BE49-F238E27FC236}">
                  <a16:creationId xmlns:a16="http://schemas.microsoft.com/office/drawing/2014/main" id="{04947AA2-A772-42CB-9CEC-065095D3D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6" name="Dowolny kształt 28">
              <a:extLst>
                <a:ext uri="{FF2B5EF4-FFF2-40B4-BE49-F238E27FC236}">
                  <a16:creationId xmlns:a16="http://schemas.microsoft.com/office/drawing/2014/main" id="{83C52D84-DEC1-4E16-972E-8EEA5D52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7" name="Dowolny kształt 29">
              <a:extLst>
                <a:ext uri="{FF2B5EF4-FFF2-40B4-BE49-F238E27FC236}">
                  <a16:creationId xmlns:a16="http://schemas.microsoft.com/office/drawing/2014/main" id="{2036A28D-EF09-41F7-906F-CF405361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8" name="Dowolny kształt 30">
              <a:extLst>
                <a:ext uri="{FF2B5EF4-FFF2-40B4-BE49-F238E27FC236}">
                  <a16:creationId xmlns:a16="http://schemas.microsoft.com/office/drawing/2014/main" id="{EE8D92C7-C907-4120-95E3-80E3DC85B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9" name="Dowolny kształt 31">
              <a:extLst>
                <a:ext uri="{FF2B5EF4-FFF2-40B4-BE49-F238E27FC236}">
                  <a16:creationId xmlns:a16="http://schemas.microsoft.com/office/drawing/2014/main" id="{BBCEAAB8-CD22-41D7-B330-702682A27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0" name="Dowolny kształt 32">
              <a:extLst>
                <a:ext uri="{FF2B5EF4-FFF2-40B4-BE49-F238E27FC236}">
                  <a16:creationId xmlns:a16="http://schemas.microsoft.com/office/drawing/2014/main" id="{6BBC1FEE-3D72-492B-8D8A-BE1A5507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1" name="Dowolny kształt 33">
              <a:extLst>
                <a:ext uri="{FF2B5EF4-FFF2-40B4-BE49-F238E27FC236}">
                  <a16:creationId xmlns:a16="http://schemas.microsoft.com/office/drawing/2014/main" id="{C28C6E5C-C393-435C-96A1-AA2859BDC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2" name="Dowolny kształt 34">
              <a:extLst>
                <a:ext uri="{FF2B5EF4-FFF2-40B4-BE49-F238E27FC236}">
                  <a16:creationId xmlns:a16="http://schemas.microsoft.com/office/drawing/2014/main" id="{2C2C991F-AC51-4DF5-B8DD-19B08C1CB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3" name="Dowolny kształt 35">
              <a:extLst>
                <a:ext uri="{FF2B5EF4-FFF2-40B4-BE49-F238E27FC236}">
                  <a16:creationId xmlns:a16="http://schemas.microsoft.com/office/drawing/2014/main" id="{9C916B5F-285D-4F5A-9085-6781753AF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4" name="Dowolny kształt 36">
              <a:extLst>
                <a:ext uri="{FF2B5EF4-FFF2-40B4-BE49-F238E27FC236}">
                  <a16:creationId xmlns:a16="http://schemas.microsoft.com/office/drawing/2014/main" id="{0375DD5F-9D17-4873-B697-3D44A5EBE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5" name="Dowolny kształt 37">
              <a:extLst>
                <a:ext uri="{FF2B5EF4-FFF2-40B4-BE49-F238E27FC236}">
                  <a16:creationId xmlns:a16="http://schemas.microsoft.com/office/drawing/2014/main" id="{A159BBC7-6A8B-4612-94A8-56323452C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6" name="Dowolny kształt 38">
              <a:extLst>
                <a:ext uri="{FF2B5EF4-FFF2-40B4-BE49-F238E27FC236}">
                  <a16:creationId xmlns:a16="http://schemas.microsoft.com/office/drawing/2014/main" id="{177C901C-F8DE-4C99-95C8-F8CA1B84F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48" name="Prostokąt 47">
            <a:extLst>
              <a:ext uri="{FF2B5EF4-FFF2-40B4-BE49-F238E27FC236}">
                <a16:creationId xmlns:a16="http://schemas.microsoft.com/office/drawing/2014/main" id="{D1D655F2-6D15-4265-ADEE-EF0075C13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50" name="Dowolny kształt 69">
            <a:extLst>
              <a:ext uri="{FF2B5EF4-FFF2-40B4-BE49-F238E27FC236}">
                <a16:creationId xmlns:a16="http://schemas.microsoft.com/office/drawing/2014/main" id="{3248A930-1A6E-4EFB-8213-D1AC735BE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941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7B3E34F-FF9F-4DF0-8C25-A6A60F8A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163558B-4CC7-E8AB-1F25-1E4716CB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 fontScale="90000"/>
          </a:bodyPr>
          <a:lstStyle/>
          <a:p>
            <a:r>
              <a:rPr lang="pl-PL" dirty="0"/>
              <a:t>Opis parku rozrywki i diagram pracowników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76790-A558-4E69-8C18-11603E04A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7A95D2A-D596-A3B0-2D58-D69C4FE96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474" y="645106"/>
            <a:ext cx="4342510" cy="5247747"/>
          </a:xfrm>
          <a:prstGeom prst="rect">
            <a:avLst/>
          </a:prstGeom>
        </p:spPr>
      </p:pic>
      <p:sp>
        <p:nvSpPr>
          <p:cNvPr id="16" name="Freeform 43">
            <a:extLst>
              <a:ext uri="{FF2B5EF4-FFF2-40B4-BE49-F238E27FC236}">
                <a16:creationId xmlns:a16="http://schemas.microsoft.com/office/drawing/2014/main" id="{D36306DC-1748-4A88-8EEC-84359BCAC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pic>
        <p:nvPicPr>
          <p:cNvPr id="3" name="Symbol zastępczy zawartości 4">
            <a:extLst>
              <a:ext uri="{FF2B5EF4-FFF2-40B4-BE49-F238E27FC236}">
                <a16:creationId xmlns:a16="http://schemas.microsoft.com/office/drawing/2014/main" id="{CD9499CA-0A38-9103-F718-7AADA7EB1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71908" y="2133600"/>
            <a:ext cx="3677622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73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7B3E34F-FF9F-4DF0-8C25-A6A60F8A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15904BC-BA01-4DB8-7706-C27F3755D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pl-PL" dirty="0"/>
              <a:t>Scenariusze cz.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76790-A558-4E69-8C18-11603E04A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703FF09-EDD9-9FE0-FD77-C82AB441B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5" y="1359238"/>
            <a:ext cx="3857094" cy="5247747"/>
          </a:xfrm>
          <a:prstGeom prst="rect">
            <a:avLst/>
          </a:prstGeom>
        </p:spPr>
      </p:pic>
      <p:sp>
        <p:nvSpPr>
          <p:cNvPr id="16" name="Freeform 43">
            <a:extLst>
              <a:ext uri="{FF2B5EF4-FFF2-40B4-BE49-F238E27FC236}">
                <a16:creationId xmlns:a16="http://schemas.microsoft.com/office/drawing/2014/main" id="{D36306DC-1748-4A88-8EEC-84359BCAC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pic>
        <p:nvPicPr>
          <p:cNvPr id="3" name="Symbol zastępczy zawartości 4">
            <a:extLst>
              <a:ext uri="{FF2B5EF4-FFF2-40B4-BE49-F238E27FC236}">
                <a16:creationId xmlns:a16="http://schemas.microsoft.com/office/drawing/2014/main" id="{80078992-9D13-5B86-28D4-E4D4DFC8B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749" y="1359238"/>
            <a:ext cx="4106361" cy="52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6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7B3E34F-FF9F-4DF0-8C25-A6A60F8A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8C31F66-9C15-B7DF-80B3-A1F360CD2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pl-PL" dirty="0"/>
              <a:t>Scenariusze cz.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76790-A558-4E69-8C18-11603E04A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F89A4A8E-2F14-70A5-8A3B-166A4F104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58" y="1359238"/>
            <a:ext cx="4539300" cy="5247747"/>
          </a:xfrm>
          <a:prstGeom prst="rect">
            <a:avLst/>
          </a:prstGeom>
        </p:spPr>
      </p:pic>
      <p:sp>
        <p:nvSpPr>
          <p:cNvPr id="16" name="Freeform 43">
            <a:extLst>
              <a:ext uri="{FF2B5EF4-FFF2-40B4-BE49-F238E27FC236}">
                <a16:creationId xmlns:a16="http://schemas.microsoft.com/office/drawing/2014/main" id="{D36306DC-1748-4A88-8EEC-84359BCAC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pic>
        <p:nvPicPr>
          <p:cNvPr id="3" name="Symbol zastępczy zawartości 4">
            <a:extLst>
              <a:ext uri="{FF2B5EF4-FFF2-40B4-BE49-F238E27FC236}">
                <a16:creationId xmlns:a16="http://schemas.microsoft.com/office/drawing/2014/main" id="{413FFACF-CFCC-ACEA-8A6B-BCFA1C807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982" y="1359238"/>
            <a:ext cx="5451627" cy="325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5198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7B3E34F-FF9F-4DF0-8C25-A6A60F8A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503CE13-36F7-59A7-B02D-A0162647C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5" y="408521"/>
            <a:ext cx="5122652" cy="1259894"/>
          </a:xfrm>
        </p:spPr>
        <p:txBody>
          <a:bodyPr>
            <a:normAutofit/>
          </a:bodyPr>
          <a:lstStyle/>
          <a:p>
            <a:r>
              <a:rPr lang="pl-PL" dirty="0"/>
              <a:t>Diagram scenariuszy i modele analityczne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76790-A558-4E69-8C18-11603E04A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EC2314-5DE4-2DEE-7593-5B2F1A241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5122652" cy="3759253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D1D89E9-9A66-5919-3BE7-390C945DB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83" y="1752600"/>
            <a:ext cx="5646661" cy="4510774"/>
          </a:xfrm>
          <a:prstGeom prst="rect">
            <a:avLst/>
          </a:prstGeom>
        </p:spPr>
      </p:pic>
      <p:sp>
        <p:nvSpPr>
          <p:cNvPr id="16" name="Freeform 43">
            <a:extLst>
              <a:ext uri="{FF2B5EF4-FFF2-40B4-BE49-F238E27FC236}">
                <a16:creationId xmlns:a16="http://schemas.microsoft.com/office/drawing/2014/main" id="{D36306DC-1748-4A88-8EEC-84359BCAC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pic>
        <p:nvPicPr>
          <p:cNvPr id="4" name="Symbol zastępczy zawartości 4">
            <a:extLst>
              <a:ext uri="{FF2B5EF4-FFF2-40B4-BE49-F238E27FC236}">
                <a16:creationId xmlns:a16="http://schemas.microsoft.com/office/drawing/2014/main" id="{3847C30F-C003-CFCA-D399-75AE1E1FF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546" y="1905000"/>
            <a:ext cx="5164517" cy="410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179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7B3E34F-FF9F-4DF0-8C25-A6A60F8A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0EAD865-A779-B59A-6F4B-AE36B8905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74" y="103240"/>
            <a:ext cx="5122652" cy="1259894"/>
          </a:xfrm>
        </p:spPr>
        <p:txBody>
          <a:bodyPr>
            <a:normAutofit/>
          </a:bodyPr>
          <a:lstStyle/>
          <a:p>
            <a:r>
              <a:rPr lang="pl-PL" dirty="0"/>
              <a:t>Diagramy klas i baza danych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76790-A558-4E69-8C18-11603E04A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05FAC74-ABBD-678A-3EE1-661F4AEC9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85" y="1288013"/>
            <a:ext cx="4794914" cy="5544948"/>
          </a:xfrm>
          <a:prstGeom prst="rect">
            <a:avLst/>
          </a:prstGeom>
        </p:spPr>
      </p:pic>
      <p:sp>
        <p:nvSpPr>
          <p:cNvPr id="16" name="Freeform 43">
            <a:extLst>
              <a:ext uri="{FF2B5EF4-FFF2-40B4-BE49-F238E27FC236}">
                <a16:creationId xmlns:a16="http://schemas.microsoft.com/office/drawing/2014/main" id="{D36306DC-1748-4A88-8EEC-84359BCAC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pic>
        <p:nvPicPr>
          <p:cNvPr id="3" name="Symbol zastępczy zawartości 4">
            <a:extLst>
              <a:ext uri="{FF2B5EF4-FFF2-40B4-BE49-F238E27FC236}">
                <a16:creationId xmlns:a16="http://schemas.microsoft.com/office/drawing/2014/main" id="{4F446D3D-DC43-9C13-4F75-0AE0146E8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139" y="1626420"/>
            <a:ext cx="5709779" cy="456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0582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CD0805-7FA1-6318-7F3B-E134EDB5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Interfejs harmonogramu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9A79E8FF-C149-98FE-D01B-BEB087262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3" y="2260781"/>
            <a:ext cx="8915400" cy="352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6035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134D72-D173-C895-7F19-B2B99384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Interfejs rezerwacji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3B7B170E-7CAB-6210-4177-DB4E97271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3746" y="2082623"/>
            <a:ext cx="8915400" cy="366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36691"/>
      </p:ext>
    </p:extLst>
  </p:cSld>
  <p:clrMapOvr>
    <a:masterClrMapping/>
  </p:clrMapOvr>
  <p:transition spd="slow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27DC26-98BE-3991-B729-05B6E7651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Interfejs zamawiania i atrakcji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973DEA79-1DE2-2671-96B1-B9DD899B4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822" y="2218267"/>
            <a:ext cx="5365981" cy="3778250"/>
          </a:xfrm>
          <a:prstGeom prst="rect">
            <a:avLst/>
          </a:prstGeom>
        </p:spPr>
      </p:pic>
      <p:pic>
        <p:nvPicPr>
          <p:cNvPr id="3" name="Symbol zastępczy zawartości 4">
            <a:extLst>
              <a:ext uri="{FF2B5EF4-FFF2-40B4-BE49-F238E27FC236}">
                <a16:creationId xmlns:a16="http://schemas.microsoft.com/office/drawing/2014/main" id="{E0FD2B69-E90C-DC3F-F53D-87FACAE12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819" y="1432506"/>
            <a:ext cx="4237554" cy="52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7B3E34F-FF9F-4DF0-8C25-A6A60F8A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7ACF1F5-A4EF-4C98-239D-5D07532E9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pl-PL" dirty="0"/>
              <a:t>Interfejs kasjera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76790-A558-4E69-8C18-11603E04A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5D635A8-C216-0DE5-C49C-2D4C439AA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723" y="1634066"/>
            <a:ext cx="7136543" cy="4598843"/>
          </a:xfrm>
          <a:prstGeom prst="rect">
            <a:avLst/>
          </a:prstGeom>
        </p:spPr>
      </p:pic>
      <p:sp>
        <p:nvSpPr>
          <p:cNvPr id="16" name="Freeform 43">
            <a:extLst>
              <a:ext uri="{FF2B5EF4-FFF2-40B4-BE49-F238E27FC236}">
                <a16:creationId xmlns:a16="http://schemas.microsoft.com/office/drawing/2014/main" id="{D36306DC-1748-4A88-8EEC-84359BCAC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023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1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Prostokąt 9">
            <a:extLst>
              <a:ext uri="{FF2B5EF4-FFF2-40B4-BE49-F238E27FC236}">
                <a16:creationId xmlns:a16="http://schemas.microsoft.com/office/drawing/2014/main" id="{93F2CC0B-D5F1-40B8-9CC6-4A36850B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/>
          </a:p>
        </p:txBody>
      </p:sp>
      <p:pic>
        <p:nvPicPr>
          <p:cNvPr id="5" name="Obraz 4" descr="plamy światła">
            <a:extLst>
              <a:ext uri="{FF2B5EF4-FFF2-40B4-BE49-F238E27FC236}">
                <a16:creationId xmlns:a16="http://schemas.microsoft.com/office/drawing/2014/main" id="{1A23FE0C-9A67-334E-9B7F-83AA9CF636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"/>
            <a:ext cx="1219200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F266081D-517B-5D43-A7B4-E67DDEDC0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KONIEC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6D75439-C766-134A-A0D0-BE002D8B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Dziękujemy za uwagę</a:t>
            </a:r>
          </a:p>
        </p:txBody>
      </p:sp>
      <p:grpSp>
        <p:nvGrpSpPr>
          <p:cNvPr id="12" name="Grupa 11">
            <a:extLst>
              <a:ext uri="{FF2B5EF4-FFF2-40B4-BE49-F238E27FC236}">
                <a16:creationId xmlns:a16="http://schemas.microsoft.com/office/drawing/2014/main" id="{631C6CE6-1810-44ED-A6D7-3FF53040A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3" name="Dowolny kształt 11">
              <a:extLst>
                <a:ext uri="{FF2B5EF4-FFF2-40B4-BE49-F238E27FC236}">
                  <a16:creationId xmlns:a16="http://schemas.microsoft.com/office/drawing/2014/main" id="{1F6D8BFE-D0D0-4BAE-9D5A-701DE7D3C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4" name="Dowolny kształt 12">
              <a:extLst>
                <a:ext uri="{FF2B5EF4-FFF2-40B4-BE49-F238E27FC236}">
                  <a16:creationId xmlns:a16="http://schemas.microsoft.com/office/drawing/2014/main" id="{53F86D30-CEDB-4D96-AF73-AA3CD5A43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5" name="Dowolny kształt 13">
              <a:extLst>
                <a:ext uri="{FF2B5EF4-FFF2-40B4-BE49-F238E27FC236}">
                  <a16:creationId xmlns:a16="http://schemas.microsoft.com/office/drawing/2014/main" id="{F5187540-C4C8-410C-A395-69FCB1C86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Dowolny kształt 14">
              <a:extLst>
                <a:ext uri="{FF2B5EF4-FFF2-40B4-BE49-F238E27FC236}">
                  <a16:creationId xmlns:a16="http://schemas.microsoft.com/office/drawing/2014/main" id="{75BD6E4A-797C-451B-B08F-D99C1A9D1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Dowolny kształt 15">
              <a:extLst>
                <a:ext uri="{FF2B5EF4-FFF2-40B4-BE49-F238E27FC236}">
                  <a16:creationId xmlns:a16="http://schemas.microsoft.com/office/drawing/2014/main" id="{0D241082-BAFA-462E-827B-5814B020F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8" name="Dowolny kształt 16">
              <a:extLst>
                <a:ext uri="{FF2B5EF4-FFF2-40B4-BE49-F238E27FC236}">
                  <a16:creationId xmlns:a16="http://schemas.microsoft.com/office/drawing/2014/main" id="{2920CCBD-116D-450B-9608-99F05F7D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9" name="Dowolny kształt 17">
              <a:extLst>
                <a:ext uri="{FF2B5EF4-FFF2-40B4-BE49-F238E27FC236}">
                  <a16:creationId xmlns:a16="http://schemas.microsoft.com/office/drawing/2014/main" id="{A57CD3DE-CEAF-4BD4-A5EF-24B3E622B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0" name="Dowolny kształt 18">
              <a:extLst>
                <a:ext uri="{FF2B5EF4-FFF2-40B4-BE49-F238E27FC236}">
                  <a16:creationId xmlns:a16="http://schemas.microsoft.com/office/drawing/2014/main" id="{4EC3258C-366B-4629-A7D3-5173D3637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1" name="Dowolny kształt 19">
              <a:extLst>
                <a:ext uri="{FF2B5EF4-FFF2-40B4-BE49-F238E27FC236}">
                  <a16:creationId xmlns:a16="http://schemas.microsoft.com/office/drawing/2014/main" id="{D444D63A-CE2B-4ACD-BA0E-4ADECAD86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Dowolny kształt 20">
              <a:extLst>
                <a:ext uri="{FF2B5EF4-FFF2-40B4-BE49-F238E27FC236}">
                  <a16:creationId xmlns:a16="http://schemas.microsoft.com/office/drawing/2014/main" id="{7A504DF6-187A-4A54-96E8-3F3F28AAA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3" name="Dowolny kształt 21">
              <a:extLst>
                <a:ext uri="{FF2B5EF4-FFF2-40B4-BE49-F238E27FC236}">
                  <a16:creationId xmlns:a16="http://schemas.microsoft.com/office/drawing/2014/main" id="{FE04C6F5-6DC5-4C7E-9278-9BE624FC7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4" name="Dowolny kształt 22">
              <a:extLst>
                <a:ext uri="{FF2B5EF4-FFF2-40B4-BE49-F238E27FC236}">
                  <a16:creationId xmlns:a16="http://schemas.microsoft.com/office/drawing/2014/main" id="{94A02D9B-E6A9-4D6A-9D2A-D81C76802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6" name="Grupa 25">
            <a:extLst>
              <a:ext uri="{FF2B5EF4-FFF2-40B4-BE49-F238E27FC236}">
                <a16:creationId xmlns:a16="http://schemas.microsoft.com/office/drawing/2014/main" id="{B78034A6-3565-46AA-9E73-1C954666A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7" name="Dowolny kształt 27">
              <a:extLst>
                <a:ext uri="{FF2B5EF4-FFF2-40B4-BE49-F238E27FC236}">
                  <a16:creationId xmlns:a16="http://schemas.microsoft.com/office/drawing/2014/main" id="{04947AA2-A772-42CB-9CEC-065095D3D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8" name="Dowolny kształt 28">
              <a:extLst>
                <a:ext uri="{FF2B5EF4-FFF2-40B4-BE49-F238E27FC236}">
                  <a16:creationId xmlns:a16="http://schemas.microsoft.com/office/drawing/2014/main" id="{83C52D84-DEC1-4E16-972E-8EEA5D52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9" name="Dowolny kształt 29">
              <a:extLst>
                <a:ext uri="{FF2B5EF4-FFF2-40B4-BE49-F238E27FC236}">
                  <a16:creationId xmlns:a16="http://schemas.microsoft.com/office/drawing/2014/main" id="{2036A28D-EF09-41F7-906F-CF405361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0" name="Dowolny kształt 30">
              <a:extLst>
                <a:ext uri="{FF2B5EF4-FFF2-40B4-BE49-F238E27FC236}">
                  <a16:creationId xmlns:a16="http://schemas.microsoft.com/office/drawing/2014/main" id="{EE8D92C7-C907-4120-95E3-80E3DC85B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1" name="Dowolny kształt 31">
              <a:extLst>
                <a:ext uri="{FF2B5EF4-FFF2-40B4-BE49-F238E27FC236}">
                  <a16:creationId xmlns:a16="http://schemas.microsoft.com/office/drawing/2014/main" id="{BBCEAAB8-CD22-41D7-B330-702682A27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2" name="Dowolny kształt 32">
              <a:extLst>
                <a:ext uri="{FF2B5EF4-FFF2-40B4-BE49-F238E27FC236}">
                  <a16:creationId xmlns:a16="http://schemas.microsoft.com/office/drawing/2014/main" id="{6BBC1FEE-3D72-492B-8D8A-BE1A5507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3" name="Dowolny kształt 33">
              <a:extLst>
                <a:ext uri="{FF2B5EF4-FFF2-40B4-BE49-F238E27FC236}">
                  <a16:creationId xmlns:a16="http://schemas.microsoft.com/office/drawing/2014/main" id="{C28C6E5C-C393-435C-96A1-AA2859BDC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4" name="Dowolny kształt 34">
              <a:extLst>
                <a:ext uri="{FF2B5EF4-FFF2-40B4-BE49-F238E27FC236}">
                  <a16:creationId xmlns:a16="http://schemas.microsoft.com/office/drawing/2014/main" id="{2C2C991F-AC51-4DF5-B8DD-19B08C1CB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5" name="Dowolny kształt 35">
              <a:extLst>
                <a:ext uri="{FF2B5EF4-FFF2-40B4-BE49-F238E27FC236}">
                  <a16:creationId xmlns:a16="http://schemas.microsoft.com/office/drawing/2014/main" id="{9C916B5F-285D-4F5A-9085-6781753AF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6" name="Dowolny kształt 36">
              <a:extLst>
                <a:ext uri="{FF2B5EF4-FFF2-40B4-BE49-F238E27FC236}">
                  <a16:creationId xmlns:a16="http://schemas.microsoft.com/office/drawing/2014/main" id="{0375DD5F-9D17-4873-B697-3D44A5EBE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7" name="Dowolny kształt 37">
              <a:extLst>
                <a:ext uri="{FF2B5EF4-FFF2-40B4-BE49-F238E27FC236}">
                  <a16:creationId xmlns:a16="http://schemas.microsoft.com/office/drawing/2014/main" id="{A159BBC7-6A8B-4612-94A8-56323452C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8" name="Dowolny kształt 38">
              <a:extLst>
                <a:ext uri="{FF2B5EF4-FFF2-40B4-BE49-F238E27FC236}">
                  <a16:creationId xmlns:a16="http://schemas.microsoft.com/office/drawing/2014/main" id="{177C901C-F8DE-4C99-95C8-F8CA1B84F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40" name="Prostokąt 39">
            <a:extLst>
              <a:ext uri="{FF2B5EF4-FFF2-40B4-BE49-F238E27FC236}">
                <a16:creationId xmlns:a16="http://schemas.microsoft.com/office/drawing/2014/main" id="{D1D655F2-6D15-4265-ADEE-EF0075C13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42" name="Dowolny kształt 69">
            <a:extLst>
              <a:ext uri="{FF2B5EF4-FFF2-40B4-BE49-F238E27FC236}">
                <a16:creationId xmlns:a16="http://schemas.microsoft.com/office/drawing/2014/main" id="{3248A930-1A6E-4EFB-8213-D1AC735BE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373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muga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B8F5F2-61AB-4CE6-A5E3-F34B87B0EE4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07C3E52-A0B1-49C0-88BD-66B715EE8B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75CB40-8686-4C48-810A-C2974D3D3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 wydarzenia — projekt Smuga</Template>
  <TotalTime>30</TotalTime>
  <Words>52</Words>
  <Application>Microsoft Office PowerPoint</Application>
  <PresentationFormat>Panoramiczny</PresentationFormat>
  <Paragraphs>15</Paragraphs>
  <Slides>11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Smuga</vt:lpstr>
      <vt:lpstr>Park rozrywki ,,Wirgo”</vt:lpstr>
      <vt:lpstr>Opis parku rozrywki i diagram pracowników</vt:lpstr>
      <vt:lpstr>Scenariusze cz. 1</vt:lpstr>
      <vt:lpstr>Scenariusze cz. 2</vt:lpstr>
      <vt:lpstr>Diagram scenariuszy i modele analityczne</vt:lpstr>
      <vt:lpstr>Diagramy klas i baza danych</vt:lpstr>
      <vt:lpstr>Interfejs harmonogramu</vt:lpstr>
      <vt:lpstr>Interfejs rezerwacji</vt:lpstr>
      <vt:lpstr>Interfejs zamawiania i atrakcji</vt:lpstr>
      <vt:lpstr>Interfejs kasjera</vt:lpstr>
      <vt:lpstr>KONIEC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Wojciech Wiśniewski</dc:creator>
  <cp:lastModifiedBy>Wojciech Wiśniewski</cp:lastModifiedBy>
  <cp:revision>4</cp:revision>
  <dcterms:created xsi:type="dcterms:W3CDTF">2026-05-26T09:39:12Z</dcterms:created>
  <dcterms:modified xsi:type="dcterms:W3CDTF">2026-05-27T06:11:11Z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